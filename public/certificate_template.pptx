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msterdam Two" panose="020B0604020202020204" charset="0"/>
      <p:regular r:id="rId3"/>
    </p:embeddedFont>
    <p:embeddedFont>
      <p:font typeface="Canva Sans" panose="020B0604020202020204" charset="0"/>
      <p:regular r:id="rId4"/>
    </p:embeddedFont>
    <p:embeddedFont>
      <p:font typeface="Canva Sans Bold" panose="020B0604020202020204" charset="0"/>
      <p:regular r:id="rId5"/>
    </p:embeddedFont>
    <p:embeddedFont>
      <p:font typeface="Lato" panose="020F0502020204030203" pitchFamily="34" charset="0"/>
      <p:regular r:id="rId6"/>
    </p:embeddedFont>
    <p:embeddedFont>
      <p:font typeface="Lato Bold" panose="020B0604020202020204" charset="0"/>
      <p:regular r:id="rId7"/>
    </p:embeddedFont>
    <p:embeddedFont>
      <p:font typeface="Lato Heavy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-1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46634" y="171569"/>
            <a:ext cx="11711446" cy="405136"/>
            <a:chOff x="0" y="0"/>
            <a:chExt cx="4197118" cy="145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7118" cy="145192"/>
            </a:xfrm>
            <a:custGeom>
              <a:avLst/>
              <a:gdLst/>
              <a:ahLst/>
              <a:cxnLst/>
              <a:rect l="l" t="t" r="r" b="b"/>
              <a:pathLst>
                <a:path w="4197118" h="145192">
                  <a:moveTo>
                    <a:pt x="0" y="0"/>
                  </a:moveTo>
                  <a:lnTo>
                    <a:pt x="4197118" y="0"/>
                  </a:lnTo>
                  <a:lnTo>
                    <a:pt x="4197118" y="145192"/>
                  </a:lnTo>
                  <a:lnTo>
                    <a:pt x="0" y="145192"/>
                  </a:lnTo>
                  <a:close/>
                </a:path>
              </a:pathLst>
            </a:custGeom>
            <a:solidFill>
              <a:srgbClr val="3882B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197118" cy="173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09723" y="-807939"/>
            <a:ext cx="11711446" cy="1137502"/>
            <a:chOff x="0" y="0"/>
            <a:chExt cx="4197118" cy="4076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97118" cy="407655"/>
            </a:xfrm>
            <a:custGeom>
              <a:avLst/>
              <a:gdLst/>
              <a:ahLst/>
              <a:cxnLst/>
              <a:rect l="l" t="t" r="r" b="b"/>
              <a:pathLst>
                <a:path w="4197118" h="407655">
                  <a:moveTo>
                    <a:pt x="0" y="0"/>
                  </a:moveTo>
                  <a:lnTo>
                    <a:pt x="4197118" y="0"/>
                  </a:lnTo>
                  <a:lnTo>
                    <a:pt x="4197118" y="407655"/>
                  </a:lnTo>
                  <a:lnTo>
                    <a:pt x="0" y="407655"/>
                  </a:lnTo>
                  <a:close/>
                </a:path>
              </a:pathLst>
            </a:custGeom>
            <a:solidFill>
              <a:srgbClr val="0462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197118" cy="436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09723" y="7035820"/>
            <a:ext cx="11711446" cy="1137502"/>
            <a:chOff x="0" y="0"/>
            <a:chExt cx="4197118" cy="4076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197118" cy="407655"/>
            </a:xfrm>
            <a:custGeom>
              <a:avLst/>
              <a:gdLst/>
              <a:ahLst/>
              <a:cxnLst/>
              <a:rect l="l" t="t" r="r" b="b"/>
              <a:pathLst>
                <a:path w="4197118" h="407655">
                  <a:moveTo>
                    <a:pt x="0" y="0"/>
                  </a:moveTo>
                  <a:lnTo>
                    <a:pt x="4197118" y="0"/>
                  </a:lnTo>
                  <a:lnTo>
                    <a:pt x="4197118" y="407655"/>
                  </a:lnTo>
                  <a:lnTo>
                    <a:pt x="0" y="407655"/>
                  </a:lnTo>
                  <a:close/>
                </a:path>
              </a:pathLst>
            </a:custGeom>
            <a:solidFill>
              <a:srgbClr val="3882B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197118" cy="4362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2545114">
            <a:off x="-580036" y="-1060614"/>
            <a:ext cx="1556167" cy="2886265"/>
            <a:chOff x="0" y="0"/>
            <a:chExt cx="579168" cy="10741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9168" cy="1074199"/>
            </a:xfrm>
            <a:custGeom>
              <a:avLst/>
              <a:gdLst/>
              <a:ahLst/>
              <a:cxnLst/>
              <a:rect l="l" t="t" r="r" b="b"/>
              <a:pathLst>
                <a:path w="579168" h="1074199">
                  <a:moveTo>
                    <a:pt x="0" y="0"/>
                  </a:moveTo>
                  <a:lnTo>
                    <a:pt x="579168" y="0"/>
                  </a:lnTo>
                  <a:lnTo>
                    <a:pt x="579168" y="1074199"/>
                  </a:lnTo>
                  <a:lnTo>
                    <a:pt x="0" y="1074199"/>
                  </a:lnTo>
                  <a:close/>
                </a:path>
              </a:pathLst>
            </a:custGeom>
            <a:solidFill>
              <a:srgbClr val="70A6CD">
                <a:alpha val="67843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79168" cy="11027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-8254885">
            <a:off x="9651339" y="5358301"/>
            <a:ext cx="1779341" cy="3477940"/>
            <a:chOff x="0" y="0"/>
            <a:chExt cx="699779" cy="13678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9779" cy="1367804"/>
            </a:xfrm>
            <a:custGeom>
              <a:avLst/>
              <a:gdLst/>
              <a:ahLst/>
              <a:cxnLst/>
              <a:rect l="l" t="t" r="r" b="b"/>
              <a:pathLst>
                <a:path w="699779" h="1367804">
                  <a:moveTo>
                    <a:pt x="0" y="0"/>
                  </a:moveTo>
                  <a:lnTo>
                    <a:pt x="699779" y="0"/>
                  </a:lnTo>
                  <a:lnTo>
                    <a:pt x="699779" y="1367804"/>
                  </a:lnTo>
                  <a:lnTo>
                    <a:pt x="0" y="1367804"/>
                  </a:lnTo>
                  <a:close/>
                </a:path>
              </a:pathLst>
            </a:custGeom>
            <a:solidFill>
              <a:srgbClr val="BDD6E6">
                <a:alpha val="67843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99779" cy="13963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2545114">
            <a:off x="-1612186" y="-2688495"/>
            <a:ext cx="3004025" cy="3556973"/>
            <a:chOff x="0" y="0"/>
            <a:chExt cx="1118027" cy="132382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8027" cy="1323821"/>
            </a:xfrm>
            <a:custGeom>
              <a:avLst/>
              <a:gdLst/>
              <a:ahLst/>
              <a:cxnLst/>
              <a:rect l="l" t="t" r="r" b="b"/>
              <a:pathLst>
                <a:path w="1118027" h="1323821">
                  <a:moveTo>
                    <a:pt x="0" y="0"/>
                  </a:moveTo>
                  <a:lnTo>
                    <a:pt x="1118027" y="0"/>
                  </a:lnTo>
                  <a:lnTo>
                    <a:pt x="1118027" y="1323821"/>
                  </a:lnTo>
                  <a:lnTo>
                    <a:pt x="0" y="1323821"/>
                  </a:lnTo>
                  <a:close/>
                </a:path>
              </a:pathLst>
            </a:custGeom>
            <a:solidFill>
              <a:srgbClr val="0462A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118027" cy="1352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8254885">
            <a:off x="9549867" y="6258387"/>
            <a:ext cx="2842828" cy="3366105"/>
            <a:chOff x="0" y="0"/>
            <a:chExt cx="1118027" cy="13238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18027" cy="1323821"/>
            </a:xfrm>
            <a:custGeom>
              <a:avLst/>
              <a:gdLst/>
              <a:ahLst/>
              <a:cxnLst/>
              <a:rect l="l" t="t" r="r" b="b"/>
              <a:pathLst>
                <a:path w="1118027" h="1323821">
                  <a:moveTo>
                    <a:pt x="0" y="0"/>
                  </a:moveTo>
                  <a:lnTo>
                    <a:pt x="1118027" y="0"/>
                  </a:lnTo>
                  <a:lnTo>
                    <a:pt x="1118027" y="1323821"/>
                  </a:lnTo>
                  <a:lnTo>
                    <a:pt x="0" y="1323821"/>
                  </a:lnTo>
                  <a:close/>
                </a:path>
              </a:pathLst>
            </a:custGeom>
            <a:solidFill>
              <a:srgbClr val="0462A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118027" cy="1352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61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7550555" y="6056249"/>
            <a:ext cx="1886637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3676005" y="5518662"/>
            <a:ext cx="2627876" cy="1114256"/>
          </a:xfrm>
          <a:custGeom>
            <a:avLst/>
            <a:gdLst/>
            <a:ahLst/>
            <a:cxnLst/>
            <a:rect l="l" t="t" r="r" b="b"/>
            <a:pathLst>
              <a:path w="2627876" h="1114256">
                <a:moveTo>
                  <a:pt x="0" y="0"/>
                </a:moveTo>
                <a:lnTo>
                  <a:pt x="2627877" y="0"/>
                </a:lnTo>
                <a:lnTo>
                  <a:pt x="2627877" y="1114256"/>
                </a:lnTo>
                <a:lnTo>
                  <a:pt x="0" y="111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76" b="-152596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43816" y="4746654"/>
            <a:ext cx="1984415" cy="2260591"/>
          </a:xfrm>
          <a:custGeom>
            <a:avLst/>
            <a:gdLst/>
            <a:ahLst/>
            <a:cxnLst/>
            <a:rect l="l" t="t" r="r" b="b"/>
            <a:pathLst>
              <a:path w="1984415" h="2260591">
                <a:moveTo>
                  <a:pt x="0" y="0"/>
                </a:moveTo>
                <a:lnTo>
                  <a:pt x="1984414" y="0"/>
                </a:lnTo>
                <a:lnTo>
                  <a:pt x="1984414" y="2260591"/>
                </a:lnTo>
                <a:lnTo>
                  <a:pt x="0" y="2260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4748" t="-26020" r="-118207" b="-38386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574827" y="682870"/>
            <a:ext cx="5626896" cy="2072565"/>
          </a:xfrm>
          <a:custGeom>
            <a:avLst/>
            <a:gdLst/>
            <a:ahLst/>
            <a:cxnLst/>
            <a:rect l="l" t="t" r="r" b="b"/>
            <a:pathLst>
              <a:path w="5626896" h="2072565">
                <a:moveTo>
                  <a:pt x="0" y="0"/>
                </a:moveTo>
                <a:lnTo>
                  <a:pt x="5626896" y="0"/>
                </a:lnTo>
                <a:lnTo>
                  <a:pt x="5626896" y="2072565"/>
                </a:lnTo>
                <a:lnTo>
                  <a:pt x="0" y="2072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964" b="-29750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-509723" y="641998"/>
            <a:ext cx="7495970" cy="114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9"/>
              </a:lnSpc>
            </a:pPr>
            <a:r>
              <a:rPr lang="en-US" sz="3354" b="1" spc="573">
                <a:solidFill>
                  <a:srgbClr val="0462AD"/>
                </a:solidFill>
                <a:latin typeface="Lato Heavy"/>
                <a:ea typeface="Lato Heavy"/>
                <a:cs typeface="Lato Heavy"/>
                <a:sym typeface="Lato Heavy"/>
              </a:rPr>
              <a:t>CERTIFICATE OF COMPLETION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50555" y="6132449"/>
            <a:ext cx="1886637" cy="25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1"/>
              </a:lnSpc>
            </a:pPr>
            <a:r>
              <a:rPr lang="en-US" sz="152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N.ANVESH RAJU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710472" y="6425273"/>
            <a:ext cx="15668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FOUNDER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1AA8B87-5DBB-FCB9-178C-45E98E48850F}"/>
              </a:ext>
            </a:extLst>
          </p:cNvPr>
          <p:cNvGrpSpPr/>
          <p:nvPr/>
        </p:nvGrpSpPr>
        <p:grpSpPr>
          <a:xfrm>
            <a:off x="-110173" y="2898310"/>
            <a:ext cx="10802173" cy="2090250"/>
            <a:chOff x="-110173" y="2898310"/>
            <a:chExt cx="10802173" cy="2090250"/>
          </a:xfrm>
        </p:grpSpPr>
        <p:sp>
          <p:nvSpPr>
            <p:cNvPr id="30" name="TextBox 30"/>
            <p:cNvSpPr txBox="1"/>
            <p:nvPr/>
          </p:nvSpPr>
          <p:spPr>
            <a:xfrm>
              <a:off x="169865" y="2898310"/>
              <a:ext cx="5039224" cy="406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Has successfully completed the 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3313600"/>
              <a:ext cx="10692000" cy="7893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</a:pPr>
              <a:r>
                <a:rPr lang="en-US" sz="2299" dirty="0">
                  <a:solidFill>
                    <a:srgbClr val="0462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{c</a:t>
              </a:r>
              <a:r>
                <a:rPr lang="en-US" sz="2299">
                  <a:solidFill>
                    <a:srgbClr val="0462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oursename</a:t>
              </a:r>
              <a:r>
                <a:rPr lang="en-US" sz="2299" dirty="0">
                  <a:solidFill>
                    <a:srgbClr val="0462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}</a:t>
              </a:r>
              <a:r>
                <a:rPr lang="en-US" sz="22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offered by </a:t>
              </a:r>
              <a:r>
                <a:rPr lang="en-US" sz="2299" dirty="0">
                  <a:solidFill>
                    <a:srgbClr val="0462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Haritha Semiconductors &amp;  Technologies </a:t>
              </a:r>
              <a:r>
                <a:rPr lang="en-US" sz="22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during the period from  {</a:t>
              </a:r>
              <a:r>
                <a:rPr lang="en-US" sz="22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startingdate</a:t>
              </a:r>
              <a:r>
                <a:rPr lang="en-US" sz="22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} to {</a:t>
              </a:r>
              <a:r>
                <a:rPr lang="en-US" sz="2299" dirty="0" err="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endingdate</a:t>
              </a:r>
              <a:r>
                <a:rPr lang="en-US" sz="22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}                   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-110173" y="4146085"/>
              <a:ext cx="9180000" cy="842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student has demonstrated dedication and excellence throughout the course.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-110174" y="7304916"/>
            <a:ext cx="5685001" cy="196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      reg.no: {reg.no}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9865" y="7125846"/>
            <a:ext cx="2586035" cy="196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Date:  {</a:t>
            </a:r>
            <a:r>
              <a:rPr lang="en-US" sz="1200" b="1" dirty="0" err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issuedate</a:t>
            </a:r>
            <a:r>
              <a:rPr lang="en-US" sz="1200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6200" y="5771298"/>
            <a:ext cx="15328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 err="1">
                <a:solidFill>
                  <a:srgbClr val="000000"/>
                </a:solidFill>
                <a:latin typeface="Amsterdam Two"/>
                <a:ea typeface="Amsterdam Two"/>
                <a:cs typeface="Amsterdam Two"/>
                <a:sym typeface="Amsterdam Two"/>
              </a:rPr>
              <a:t>N.Anvesh</a:t>
            </a:r>
            <a:r>
              <a:rPr lang="en-US" sz="1299" dirty="0">
                <a:solidFill>
                  <a:srgbClr val="000000"/>
                </a:solidFill>
                <a:latin typeface="Amsterdam Two"/>
                <a:ea typeface="Amsterdam Two"/>
                <a:cs typeface="Amsterdam Two"/>
                <a:sym typeface="Amsterdam Two"/>
              </a:rPr>
              <a:t> Raju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06776" y="1816849"/>
            <a:ext cx="193148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This is to  certify that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8047" y="1902630"/>
            <a:ext cx="6291653" cy="1005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{name}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Lato</vt:lpstr>
      <vt:lpstr>Amsterdam Two</vt:lpstr>
      <vt:lpstr>Calibri</vt:lpstr>
      <vt:lpstr>Arial</vt:lpstr>
      <vt:lpstr>Canva Sans</vt:lpstr>
      <vt:lpstr>Lato Heavy</vt:lpstr>
      <vt:lpstr>Canva Sans Bold</vt:lpstr>
      <vt:lpstr>Lato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Participation Certificate</dc:title>
  <cp:lastModifiedBy>RSMK Mani</cp:lastModifiedBy>
  <cp:revision>6</cp:revision>
  <dcterms:created xsi:type="dcterms:W3CDTF">2006-08-16T00:00:00Z</dcterms:created>
  <dcterms:modified xsi:type="dcterms:W3CDTF">2026-04-03T05:49:00Z</dcterms:modified>
  <dc:identifier>DAHEvKkaxwk</dc:identifier>
</cp:coreProperties>
</file>